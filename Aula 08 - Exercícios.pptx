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iOiVyJJzB5BhIBay/Uph3P+eIu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1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1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1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1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6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17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1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1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20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pt-BR" sz="4200"/>
              <a:t>Aula 08 - Exercícios de Programação Linear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 sz="1600"/>
              <a:t>Prof. Herysson R. Figueiredo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600"/>
              <a:t>Orientações gerais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731520" y="2011680"/>
            <a:ext cx="7690104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 sz="1600"/>
              <a:t>Defina as variáveis de decisão;</a:t>
            </a:r>
            <a:endParaRPr/>
          </a:p>
          <a:p>
            <a:pPr indent="-31115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pt-BR" sz="1600"/>
              <a:t>Formule a função objetivo;</a:t>
            </a:r>
            <a:endParaRPr/>
          </a:p>
          <a:p>
            <a:pPr indent="-31115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pt-BR" sz="1600"/>
              <a:t>Formule as restrições do problema;</a:t>
            </a:r>
            <a:endParaRPr/>
          </a:p>
          <a:p>
            <a:pPr indent="-31115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pt-BR" sz="1600"/>
              <a:t>Represente graficamente a região viável;</a:t>
            </a:r>
            <a:endParaRPr/>
          </a:p>
          <a:p>
            <a:pPr indent="-31115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pt-BR" sz="1600"/>
              <a:t>Determine os vértices da região viável;</a:t>
            </a:r>
            <a:endParaRPr/>
          </a:p>
          <a:p>
            <a:pPr indent="-31115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300"/>
              <a:buChar char="●"/>
            </a:pPr>
            <a:r>
              <a:rPr lang="pt-BR" sz="1600"/>
              <a:t>Encontre a solução ótima pelo método gráfico;</a:t>
            </a:r>
            <a:endParaRPr/>
          </a:p>
          <a:p>
            <a:pPr indent="-311150" lvl="0" marL="457200" rtl="0"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SzPts val="1300"/>
              <a:buChar char="●"/>
            </a:pPr>
            <a:r>
              <a:rPr lang="pt-BR" sz="1600"/>
              <a:t>Interprete a solução encontrada no contexto do problema.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600"/>
              <a:t>Exercício 1 - Produção de móveis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731520" y="2011680"/>
            <a:ext cx="7690104" cy="278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45720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pt-BR" sz="1600"/>
              <a:t>Uma pequena fábrica produz mesas e estantes. Cada mesa proporciona lucro de R$ 80,00 e cada estante lucro de R$ 60,00. Para produzir uma mesa são necessárias 4 horas de marcenaria e 2 horas de acabamento. Para uma estante são necessárias 3 horas de marcenaria e 4 horas de acabamento. Durante a próxima semana, a empresa dispõe de, no máximo, 240 horas de marcenaria e 160 horas de acabamento. Além disso, devido à previsão de demanda, poderão ser comercializadas no máximo 50 mesas. Determine quantas mesas e estantes devem ser produzidas para maximizar o lucro semanal.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600"/>
              <a:t>Exercício 2 - Confecção de roupas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731520" y="2011680"/>
            <a:ext cx="7690104" cy="278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311150" lvl="0" marL="14605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pt-BR" sz="1600"/>
              <a:t>Uma confecção produz dois tipos de peças: camisetas e calças. Cada camiseta gera uma margem de contribuição de R$ 30,00 e cada calça de R$ 50,00. Uma camiseta utiliza 2 metros de tecido e 1 hora de mão de obra, enquanto uma calça utiliza 1 metro de tecido e 2 horas de mão de obra. Para o próximo período estão disponíveis 100 metros de tecido e 80 horas de mão de obra. Por questões comerciais, a empresa decidiu produzir no máximo 40 camisetas. Determine o plano de produção que maximize a margem de contribuição total.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600"/>
              <a:t>Exercício 3 - Planejamento agrícola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731520" y="2011680"/>
            <a:ext cx="7690104" cy="278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pt-BR" sz="1600"/>
              <a:t>Um produtor possui 60 hectares disponíveis para o plantio de soja e milho. O lucro estimado é de R$ 1.200,00 por hectare de soja e R$ 1.500,00 por hectare de milho. Cada hectare de soja necessita de 2 unidades de mão de obra e 4 unidades de água, enquanto cada hectare de milho necessita de 3 unidades de mão de obra e 2 unidades de água. Para o período estão disponíveis 150 unidades de mão de obra e 180 unidades de água. Determine quantos hectares devem ser destinados a cada cultura para maximizar o lucro da propriedade.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600"/>
              <a:t>Exercício 4 - Campanha publicitária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731520" y="2011680"/>
            <a:ext cx="7690104" cy="278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4605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pt-BR" sz="1600"/>
              <a:t>Uma empresa pretende contratar dois tipos de ações publicitárias: campanhas digitais e campanhas em mídia tradicional. Cada unidade de campanha digital custa R$ 300,00 e gera 2 pontos de exposição junto ao público jovem e 1 ponto junto ao público geral. Cada unidade de mídia tradicional custa R$ 400,00 e gera 1 ponto junto ao público jovem e 2 pontos junto ao público geral. A empresa deseja obter, no mínimo, 10 pontos de exposição entre o público jovem e 8 pontos entre o público geral. Determine a combinação das duas estratégias que permita atender às exigências com o menor custo possível.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600"/>
              <a:t>Exercício 5 - Indústria de alimentos</a:t>
            </a:r>
            <a:endParaRPr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731520" y="2011680"/>
            <a:ext cx="7690104" cy="278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311150" lvl="0" marL="14605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pt-BR" sz="1600"/>
              <a:t>Uma indústria produz dois tipos de produtos, A e B. Cada unidade do produto A gera lucro de R$ 40,00 e cada unidade do produto B gera lucro de R$ 30,00. Cada unidade de A utiliza 2 kg de matéria-prima, 1 hora de processamento e 1 hora de embalagem. Cada unidade de B utiliza 1 kg de matéria-prima, 2 horas de processamento e 1 hora de embalagem. A fábrica possui diariamente 100 kg de matéria-prima, 80 horas de processamento e 60 horas de embalagem. Determine as quantidades de A e B que devem ser produzidas para maximizar o lucro diário.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600"/>
              <a:t>Exercício 6 - Prestação de serviços</a:t>
            </a:r>
            <a:endParaRPr/>
          </a:p>
        </p:txBody>
      </p:sp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731520" y="2011680"/>
            <a:ext cx="7690104" cy="278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14605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pt-BR" sz="1600"/>
              <a:t>Uma empresa de tecnologia oferece dois tipos de contratos: suporte básico e suporte premium. Cada contrato básico gera contribuição mensal de R$ 500,00 e necessita de 2 horas da equipe técnica. Cada contrato premium gera contribuição de R$ 800,00 e necessita de 4 horas. A equipe possui 160 horas disponíveis por mês. Por questões estratégicas, a empresa deseja manter pelo menos 10 contratos premium. Além disso, sua estrutura administrativa permite gerenciar no máximo 60 contratos no total. Determine a quantidade de contratos de cada tipo que maximize a contribuição mensal.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600"/>
              <a:t>Exercício 7 - Múltiplas soluções ótimas</a:t>
            </a:r>
            <a:endParaRPr/>
          </a:p>
        </p:txBody>
      </p:sp>
      <p:sp>
        <p:nvSpPr>
          <p:cNvPr id="135" name="Google Shape;135;p9"/>
          <p:cNvSpPr txBox="1"/>
          <p:nvPr>
            <p:ph idx="1" type="body"/>
          </p:nvPr>
        </p:nvSpPr>
        <p:spPr>
          <a:xfrm>
            <a:off x="731520" y="2011680"/>
            <a:ext cx="7690104" cy="278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311150" lvl="0" marL="14605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pt-BR" sz="1600"/>
              <a:t>Uma empresa pode produzir dois produtos, A e B. Cada unidade de A gera lucro de R$ 40,00 e cada unidade de B gera lucro de R$ 80,00. O primeiro recurso disponível impõe que uma unidade de A utilize 1 unidade do recurso e uma unidade de B utilize 2, sendo disponíveis 40 unidades. Um segundo recurso exige 3 unidades para cada produto A e 1 unidade para cada produto B, sendo disponíveis 45 unidades. Determine graficamente o plano que maximize o lucro. Após encontrar a solução, analise se existe apenas uma combinação ótima de produção ou mais de uma.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